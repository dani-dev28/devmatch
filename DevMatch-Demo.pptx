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2037"/>
            </a:gs>
            <a:gs pos="100000">
              <a:srgbClr val="31275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DevMatch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5B4FC"/>
                </a:solidFill>
                <a:latin typeface="Calibri"/>
              </a:defRPr>
            </a:pPr>
            <a:r>
              <a:t>Find collaborators who share your vision, not just your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Calibri"/>
              </a:defRPr>
            </a:pPr>
            <a:r>
              <a:t>Vision-first developer matching for real-world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Built with Qoder + InsForge  |  Code &amp; Coffee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03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" b="0">
                <a:solidFill>
                  <a:srgbClr val="4F46E5"/>
                </a:solidFill>
                <a:latin typeface="Calibri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1371600" y="1508760"/>
            <a:ext cx="182880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037"/>
                </a:solidFill>
                <a:latin typeface="Calibri"/>
              </a:defRPr>
            </a:pPr>
            <a:r>
              <a:t>You walk into a meetup with 50 developers.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037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F2037"/>
                </a:solidFill>
                <a:latin typeface="Calibri"/>
              </a:defRPr>
            </a:pPr>
            <a:r>
              <a:t>You have no idea:</a:t>
            </a:r>
          </a:p>
          <a:p>
            <a:pPr algn="l">
              <a:spcBef>
                <a:spcPts val="1200"/>
              </a:spcBef>
              <a:defRPr sz="1800" b="0">
                <a:solidFill>
                  <a:srgbClr val="4B5563"/>
                </a:solidFill>
                <a:latin typeface="Calibri"/>
              </a:defRPr>
            </a:pPr>
            <a:r>
              <a:t>Who shares your vision for what to build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4B5563"/>
                </a:solidFill>
                <a:latin typeface="Calibri"/>
              </a:defRPr>
            </a:pPr>
            <a:r>
              <a:t>Who's looking for collaborators right now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4B5563"/>
                </a:solidFill>
                <a:latin typeface="Calibri"/>
              </a:defRPr>
            </a:pPr>
            <a:r>
              <a:t>Who you'd actually vibe with on a project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F2037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1F2037"/>
                </a:solidFill>
                <a:latin typeface="Calibri"/>
              </a:defRPr>
            </a:pPr>
            <a:r>
              <a:t>You default to whoever's standing nearest.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43F5E"/>
                </a:solidFill>
                <a:latin typeface="Calibri"/>
              </a:defRPr>
            </a:pPr>
            <a:r>
              <a:t>And hope for the best.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194560"/>
            <a:ext cx="41148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4688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Code &amp; Coffee</a:t>
            </a:r>
          </a:p>
          <a:p>
            <a:pPr algn="l">
              <a:spcBef>
                <a:spcPts val="1200"/>
              </a:spcBef>
              <a:defRPr sz="4800" b="1">
                <a:solidFill>
                  <a:srgbClr val="1F2037"/>
                </a:solidFill>
                <a:latin typeface="Calibri"/>
              </a:defRPr>
            </a:pPr>
            <a:r>
              <a:t>3,500+</a:t>
            </a:r>
          </a:p>
          <a:p>
            <a:pPr algn="l">
              <a:spcBef>
                <a:spcPts val="200"/>
              </a:spcBef>
              <a:defRPr sz="2000" b="0">
                <a:solidFill>
                  <a:srgbClr val="4B5563"/>
                </a:solidFill>
                <a:latin typeface="Calibri"/>
              </a:defRPr>
            </a:pPr>
            <a:r>
              <a:t>members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1F2037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0">
                <a:solidFill>
                  <a:srgbClr val="4B5563"/>
                </a:solidFill>
                <a:latin typeface="Calibri"/>
              </a:defRPr>
            </a:pPr>
            <a:r>
              <a:t>Networking is the #1 reason people attend.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1F2037"/>
                </a:solidFill>
                <a:latin typeface="Calibri"/>
              </a:defRPr>
            </a:pPr>
            <a:r>
              <a:t>But there's no tool to make it intentional.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4F46E5"/>
            </a:gs>
            <a:gs pos="100000">
              <a:srgbClr val="7C3AE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7D2FE"/>
                </a:solidFill>
                <a:latin typeface="Calibri"/>
              </a:defRPr>
            </a:pPr>
            <a:r>
              <a:t>Sign in with GitHub. Answer 5 vibe questions. Find your people.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2926080" cy="3200400"/>
          </a:xfrm>
          <a:prstGeom prst="roundRect">
            <a:avLst/>
          </a:prstGeom>
          <a:solidFill>
            <a:srgbClr val="3B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Vibe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D2FE"/>
                </a:solidFill>
                <a:latin typeface="Calibri"/>
              </a:defRPr>
            </a:pPr>
            <a:r>
              <a:t>5 quick questions about</a:t>
            </a:r>
            <a:br/>
            <a:r>
              <a:t>your work style, values,</a:t>
            </a:r>
            <a:br/>
            <a:r>
              <a:t>and collaboration preferences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5029200"/>
            <a:ext cx="109728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5029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560320"/>
            <a:ext cx="2926080" cy="3200400"/>
          </a:xfrm>
          <a:prstGeom prst="roundRect">
            <a:avLst/>
          </a:prstGeom>
          <a:solidFill>
            <a:srgbClr val="3B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Project 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D2FE"/>
                </a:solidFill>
                <a:latin typeface="Calibri"/>
              </a:defRPr>
            </a:pPr>
            <a:r>
              <a:t>Share your dream project.</a:t>
            </a:r>
            <a:br/>
            <a:r>
              <a:t>Find people who resonate</a:t>
            </a:r>
            <a:br/>
            <a:r>
              <a:t>with your ideas.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5029200"/>
            <a:ext cx="109728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5029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560320"/>
            <a:ext cx="2926080" cy="3200400"/>
          </a:xfrm>
          <a:prstGeom prst="roundRect">
            <a:avLst/>
          </a:prstGeom>
          <a:solidFill>
            <a:srgbClr val="3B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Digital 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D2FE"/>
                </a:solidFill>
                <a:latin typeface="Calibri"/>
              </a:defRPr>
            </a:pPr>
            <a:r>
              <a:t>Behavioral signals from</a:t>
            </a:r>
            <a:br/>
            <a:r>
              <a:t>your GitHub activity —</a:t>
            </a:r>
            <a:br/>
            <a:r>
              <a:t>velocity, documentation, curiosity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5029200"/>
            <a:ext cx="109728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5029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25%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037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508760"/>
            <a:ext cx="182880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n 3"/>
          <p:cNvSpPr/>
          <p:nvPr/>
        </p:nvSpPr>
        <p:spPr>
          <a:xfrm>
            <a:off x="1234440" y="2286000"/>
            <a:ext cx="640080" cy="640080"/>
          </a:xfrm>
          <a:prstGeom prst="can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3042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Login with</a:t>
            </a:r>
            <a:br/>
            <a: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One-click OAuth.</a:t>
            </a:r>
            <a:br/>
            <a:r>
              <a:t>Profile auto-populates.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Can 8"/>
          <p:cNvSpPr/>
          <p:nvPr/>
        </p:nvSpPr>
        <p:spPr>
          <a:xfrm>
            <a:off x="3429000" y="2286000"/>
            <a:ext cx="640080" cy="640080"/>
          </a:xfrm>
          <a:prstGeom prst="can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3042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Complete</a:t>
            </a:r>
            <a:br/>
            <a:r>
              <a:t>Vibe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5 questions about</a:t>
            </a:r>
            <a:br/>
            <a:r>
              <a:t>your work style.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Can 13"/>
          <p:cNvSpPr/>
          <p:nvPr/>
        </p:nvSpPr>
        <p:spPr>
          <a:xfrm>
            <a:off x="5623560" y="2286000"/>
            <a:ext cx="640080" cy="640080"/>
          </a:xfrm>
          <a:prstGeom prst="can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3042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Share Your</a:t>
            </a:r>
            <a:br/>
            <a:r>
              <a:t>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Describe your</a:t>
            </a:r>
            <a:br/>
            <a:r>
              <a:t>dream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Can 18"/>
          <p:cNvSpPr/>
          <p:nvPr/>
        </p:nvSpPr>
        <p:spPr>
          <a:xfrm>
            <a:off x="7818119" y="2286000"/>
            <a:ext cx="640080" cy="640080"/>
          </a:xfrm>
          <a:prstGeom prst="can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19" y="23042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9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Browse</a:t>
            </a:r>
            <a:br/>
            <a:r>
              <a:t>Matches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39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Scored by vibe,</a:t>
            </a:r>
            <a:br/>
            <a:r>
              <a:t>vision, and DNA.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Can 23"/>
          <p:cNvSpPr/>
          <p:nvPr/>
        </p:nvSpPr>
        <p:spPr>
          <a:xfrm>
            <a:off x="10012680" y="2286000"/>
            <a:ext cx="640080" cy="640080"/>
          </a:xfrm>
          <a:prstGeom prst="can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23042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Join an</a:t>
            </a:r>
            <a:br/>
            <a:r>
              <a:t>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Scoped matches for</a:t>
            </a:r>
            <a:br/>
            <a:r>
              <a:t>in-person meetups.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037"/>
                </a:solidFill>
                <a:latin typeface="Calibri"/>
              </a:defRPr>
            </a:pPr>
            <a:r>
              <a:t>Event Sessions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508760"/>
            <a:ext cx="182880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Calibri"/>
              </a:defRPr>
            </a:pPr>
            <a:r>
              <a:t>Originally scoped as "Out" — we built it anyway because it solves the core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560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635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Create from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Paste a Luma or Meetup URL.</a:t>
            </a:r>
            <a:br/>
            <a:r>
              <a:t>Title, date, and description</a:t>
            </a:r>
            <a:br/>
            <a:r>
              <a:t>auto-scraped via OG tags</a:t>
            </a:r>
            <a:br/>
            <a:r>
              <a:t>and JSON-LD.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560320"/>
            <a:ext cx="2560320" cy="635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Join by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832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6-character alphanumeric code</a:t>
            </a:r>
            <a:br/>
            <a:r>
              <a:t>(no ambiguous chars).</a:t>
            </a:r>
            <a:br/>
            <a:r>
              <a:t>Display at the meetup,</a:t>
            </a:r>
            <a:br/>
            <a:r>
              <a:t>attendees self-join.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60320"/>
            <a:ext cx="2560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2560320" cy="635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Scoped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832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See your top vibe matches</a:t>
            </a:r>
            <a:br/>
            <a:r>
              <a:t>among only the people</a:t>
            </a:r>
            <a:br/>
            <a:r>
              <a:t>at your event — not the</a:t>
            </a:r>
            <a:br/>
            <a:r>
              <a:t>entire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560320"/>
            <a:ext cx="2560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2560320"/>
            <a:ext cx="2560320" cy="635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CSV 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3832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Organizers can bulk-import</a:t>
            </a:r>
            <a:br/>
            <a:r>
              <a:t>attendees by GitHub username.</a:t>
            </a:r>
            <a:br/>
            <a:r>
              <a:t>Matched against existing</a:t>
            </a:r>
            <a:br/>
            <a:r>
              <a:t>user profiles.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312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B4FC"/>
                </a:solidFill>
                <a:latin typeface="Calibri"/>
              </a:defRPr>
            </a:pPr>
            <a:r>
              <a:t>FRONTEND — Next.js 15 + 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/login  &gt;  /dashboard  &gt;  /profile/[id]</a:t>
            </a:r>
            <a:br/>
            <a:r>
              <a:t>/events  &gt;  /events/[id]  &gt;  /settings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onsolas"/>
              </a:defRPr>
            </a:pPr>
            <a:r>
              <a:t>API Routes: /api/analyze-github  |  /api/github-user  |  /api/parse-event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2286000"/>
          </a:xfrm>
          <a:prstGeom prst="roundRect">
            <a:avLst/>
          </a:prstGeom>
          <a:solidFill>
            <a:srgbClr val="312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B4FC"/>
                </a:solidFill>
                <a:latin typeface="Calibri"/>
              </a:defRPr>
            </a:pPr>
            <a:r>
              <a:t>BACKEND — InsForge BaaS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PostgreSQL — 10 tables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GitHub OAuth (PKCE)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AI Gateway — behavioral analysis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Edge Functions (4 deployed)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WebSocket — real-time notifications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2560320" cy="1828800"/>
          </a:xfrm>
          <a:prstGeom prst="roundRect">
            <a:avLst/>
          </a:prstGeom>
          <a:solidFill>
            <a:srgbClr val="3B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taste-based-</a:t>
            </a:r>
            <a:br/>
            <a:r>
              <a:t>matches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7D2FE"/>
                </a:solidFill>
                <a:latin typeface="Calibri"/>
              </a:defRPr>
            </a:pPr>
            <a:r>
              <a:t>Vision-first</a:t>
            </a:r>
            <a:br/>
            <a:r>
              <a:t>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4389120"/>
            <a:ext cx="2560320" cy="1828800"/>
          </a:xfrm>
          <a:prstGeom prst="roundRect">
            <a:avLst/>
          </a:prstGeom>
          <a:solidFill>
            <a:srgbClr val="3B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4480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7D2FE"/>
                </a:solidFill>
                <a:latin typeface="Calibri"/>
              </a:defRPr>
            </a:pPr>
            <a:r>
              <a:t>CRUD + join</a:t>
            </a:r>
            <a:br/>
            <a:r>
              <a:t>+ import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89120"/>
            <a:ext cx="2560320" cy="1828800"/>
          </a:xfrm>
          <a:prstGeom prst="roundRect">
            <a:avLst/>
          </a:prstGeom>
          <a:solidFill>
            <a:srgbClr val="3B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480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match-github-</a:t>
            </a:r>
            <a:br/>
            <a: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7D2FE"/>
                </a:solidFill>
                <a:latin typeface="Calibri"/>
              </a:defRPr>
            </a:pPr>
            <a:r>
              <a:t>Public profile</a:t>
            </a:r>
            <a:br/>
            <a:r>
              <a:t>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389120"/>
            <a:ext cx="2560320" cy="1828800"/>
          </a:xfrm>
          <a:prstGeom prst="roundRect">
            <a:avLst/>
          </a:prstGeom>
          <a:solidFill>
            <a:srgbClr val="3B3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4480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setup-user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7D2FE"/>
                </a:solidFill>
                <a:latin typeface="Calibri"/>
              </a:defRPr>
            </a:pPr>
            <a:r>
              <a:t>Profile</a:t>
            </a:r>
            <a:br/>
            <a:r>
              <a:t>init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037"/>
                </a:solidFill>
                <a:latin typeface="Calibri"/>
              </a:defRPr>
            </a:pPr>
            <a:r>
              <a:t>The Qoder + InsForge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508760"/>
            <a:ext cx="182880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"We didn't build infrastructure — we described what we wanted and the tools built it."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4846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InsForge handled: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GitHub OAuth — zero boilerplate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4B5563"/>
                </a:solidFill>
                <a:latin typeface="Calibri"/>
              </a:defRPr>
            </a:pPr>
            <a:r>
              <a:t>10 database tables — auto-provisioned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4B5563"/>
                </a:solidFill>
                <a:latin typeface="Calibri"/>
              </a:defRPr>
            </a:pPr>
            <a:r>
              <a:t>4 edge functions — matching, events, analysis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4B5563"/>
                </a:solidFill>
                <a:latin typeface="Calibri"/>
              </a:defRPr>
            </a:pPr>
            <a:r>
              <a:t>AI Gateway — behavioral analysis pipeline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4B5563"/>
                </a:solidFill>
                <a:latin typeface="Calibri"/>
              </a:defRPr>
            </a:pPr>
            <a:r>
              <a:t>WebSocket — real-time match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560320"/>
            <a:ext cx="4846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651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Calibri"/>
              </a:defRPr>
            </a:pPr>
            <a:r>
              <a:t>Qoder handled: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10896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Full Next.js frontend — all 7 routes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4B5563"/>
                </a:solidFill>
                <a:latin typeface="Calibri"/>
              </a:defRPr>
            </a:pPr>
            <a:r>
              <a:t>Edge function authoring + deployment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4B5563"/>
                </a:solidFill>
                <a:latin typeface="Calibri"/>
              </a:defRPr>
            </a:pPr>
            <a:r>
              <a:t>Database schema design via MCP tools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4B5563"/>
                </a:solidFill>
                <a:latin typeface="Calibri"/>
              </a:defRPr>
            </a:pPr>
            <a:r>
              <a:t>3-developer merge conflict resolution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4B5563"/>
                </a:solidFill>
                <a:latin typeface="Calibri"/>
              </a:defRPr>
            </a:pPr>
            <a:r>
              <a:t>Auto-generated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037"/>
                </a:solidFill>
                <a:latin typeface="Calibri"/>
              </a:defRPr>
            </a:pPr>
            <a:r>
              <a:t>Beyond the Original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508760"/>
            <a:ext cx="182880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Calibri"/>
              </a:defRPr>
            </a:pPr>
            <a:r>
              <a:t>Features we scoped as "Out" that we delivered anyway — because the tools made it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468880"/>
            <a:ext cx="6350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037"/>
                </a:solidFill>
                <a:latin typeface="Calibri"/>
              </a:defRPr>
            </a:pPr>
            <a:r>
              <a:t>Event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Join codes, metadata scraping,</a:t>
            </a:r>
            <a:br/>
            <a:r>
              <a:t>scoped matching, CSV import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20440"/>
            <a:ext cx="63500" cy="8229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037"/>
                </a:solidFill>
                <a:latin typeface="Calibri"/>
              </a:defRPr>
            </a:pPr>
            <a:r>
              <a:t>Project Visions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Dream project postings with</a:t>
            </a:r>
            <a:br/>
            <a:r>
              <a:t>resonance (like)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572000"/>
            <a:ext cx="63500" cy="8229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037"/>
                </a:solidFill>
                <a:latin typeface="Calibri"/>
              </a:defRPr>
            </a:pPr>
            <a:r>
              <a:t>Digital DNA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Behavioral analysis from</a:t>
            </a:r>
            <a:br/>
            <a:r>
              <a:t>GitHub activity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623560"/>
            <a:ext cx="6350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037"/>
                </a:solidFill>
                <a:latin typeface="Calibri"/>
              </a:defRPr>
            </a:pPr>
            <a:r>
              <a:t>Settings &amp;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Bio, availability, mentor toggle,</a:t>
            </a:r>
            <a:br/>
            <a:r>
              <a:t>vibe check editing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560320"/>
            <a:ext cx="4389120" cy="29260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74320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F46E5"/>
                </a:solidFill>
                <a:latin typeface="Calibri"/>
              </a:defRPr>
            </a:pPr>
            <a:r>
              <a:t>"The original proposal had 4 features</a:t>
            </a:r>
            <a:br/>
            <a:r>
              <a:t>scoped as Out.</a:t>
            </a:r>
            <a:br/>
            <a:br/>
            <a:r>
              <a:t>We delivered all of them — plus</a:t>
            </a:r>
            <a:br/>
            <a:r>
              <a:t>features we hadn't even planned.</a:t>
            </a:r>
            <a:br/>
            <a:br/>
            <a:r>
              <a:t>That's the Qoder + InsForge</a:t>
            </a:r>
            <a:br/>
            <a:r>
              <a:t>difference."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037"/>
                </a:solidFill>
                <a:latin typeface="Calibri"/>
              </a:defRPr>
            </a:pPr>
            <a:r>
              <a:t>Judging Criteria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508760"/>
            <a:ext cx="182880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822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63500" cy="8229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#1  Qoder &amp; InsForge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9659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Every layer — OAuth, 10 tables, AI gateway, 4 edge functions, full frontend — built through the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88920"/>
            <a:ext cx="10332720" cy="822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63500" cy="8229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#2  Technical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260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GitHub API + AI personality inference + multi-factor matching + event-scoped filtering + WebSocket notifications.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49039"/>
            <a:ext cx="10332720" cy="822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749039"/>
            <a:ext cx="6350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#3  Demo &amp;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88619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Full end-to-end flow in under 3 min. Live GitHub login. Live event creation with scoped matches.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709160"/>
            <a:ext cx="10332720" cy="822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709160"/>
            <a:ext cx="6350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#4  Real World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846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Built for Code &amp; Coffee's 3,500 members. Event sessions solve the real networking problem at every meetup.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69280"/>
            <a:ext cx="10332720" cy="822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669280"/>
            <a:ext cx="63500" cy="82296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#5  Innovation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8064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Personality archetypes from GitHub activity. "Why you matched" explanations. Event-scoped vibe matching.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2037"/>
            </a:gs>
            <a:gs pos="100000">
              <a:srgbClr val="31275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5B4FC"/>
                </a:solidFill>
                <a:latin typeface="Calibri"/>
              </a:defRPr>
            </a:pPr>
            <a:r>
              <a:t>Login  &gt;  Vibe Check  &gt;  Browse Matches  &gt;  Create Event  &gt;  Scoped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onsolas"/>
              </a:defRPr>
            </a:pPr>
            <a:r>
              <a:t>localhost:3000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4F46E5"/>
            </a:gs>
            <a:gs pos="100000">
              <a:srgbClr val="7C3AE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DevMatch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7D2FE"/>
                </a:solidFill>
                <a:latin typeface="Calibri"/>
              </a:defRPr>
            </a:pPr>
            <a:r>
              <a:t>Vision-first matching for developer communities.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onsolas"/>
              </a:defRPr>
            </a:pPr>
            <a:r>
              <a:t>github.com/Dani-DEV28/DevMatch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7D2FE"/>
                </a:solidFill>
                <a:latin typeface="Calibri"/>
              </a:defRPr>
            </a:pPr>
            <a:r>
              <a:t>Built with Qoder + InsForge  |  3 devs, 5 hours, 10 tables, 4 edge functions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